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F1A16941-FC87-4FC1-9F0C-EC3B2C901849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toffee-data-exploration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022BB5EC-E43F-4CAD-B256-0A1AD87FAFF7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2/6/2026 11:57:02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ffee Data Exploration Dashboard" id="2" name="slide2">
            <a:extLst>
              <a:ext uri="{FF2B5EF4-FFF2-40B4-BE49-F238E27FC236}">
                <a16:creationId xmlns:a16="http://schemas.microsoft.com/office/drawing/2014/main" id="{FAFE38AE-A14E-4AED-9D44-14545389897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46" y="0"/>
            <a:ext cx="110783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2026-02-06T18:57:02Z</dcterms:created>
  <dcterms:modified xsi:type="dcterms:W3CDTF">2026-02-06T18:57:02Z</dcterms:modified>
</cp:coreProperties>
</file>